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17365D"/>
            </a:solidFill>
            <a:ln w="25400" cap="flat">
              <a:solidFill>
                <a:srgbClr val="17365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7365D"/>
              </a:solidFill>
              <a:ln w="9525" cap="flat">
                <a:solidFill>
                  <a:srgbClr val="17365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APR</c:v>
                  </c:pt>
                  <c:pt idx="1">
                    <c:v>MAY</c:v>
                  </c:pt>
                  <c:pt idx="2">
                    <c:v>JUN</c:v>
                  </c:pt>
                  <c:pt idx="3">
                    <c:v>JUL</c:v>
                  </c:pt>
                  <c:pt idx="4">
                    <c:v>AUG</c:v>
                  </c:pt>
                  <c:pt idx="5">
                    <c:v>SEP</c:v>
                  </c:pt>
                  <c:pt idx="6">
                    <c:v>OCT</c:v>
                  </c:pt>
                  <c:pt idx="7">
                    <c:v>NOV</c:v>
                  </c:pt>
                  <c:pt idx="8">
                    <c:v>DEC</c:v>
                  </c:pt>
                  <c:pt idx="9">
                    <c:v>JAN</c:v>
                  </c:pt>
                  <c:pt idx="10">
                    <c:v>FEB</c:v>
                  </c:pt>
                  <c:pt idx="11">
                    <c:v>MAR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3159796</c:v>
                </c:pt>
                <c:pt idx="1">
                  <c:v>3751722</c:v>
                </c:pt>
                <c:pt idx="2">
                  <c:v>3408816</c:v>
                </c:pt>
                <c:pt idx="3">
                  <c:v>3959684</c:v>
                </c:pt>
                <c:pt idx="4">
                  <c:v>2940571</c:v>
                </c:pt>
                <c:pt idx="5">
                  <c:v>349244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Ordinary Working Expenses Review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Current View Export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417320"/>
            <a:ext cx="10881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7365D"/>
                </a:solidFill>
              </a:rPr>
              <a:t>Department Expenditure Review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3749040"/>
            <a:ext cx="10881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0566E"/>
                </a:solidFill>
              </a:rPr>
              <a:t>Reporting basis: Completed through AUG 2026; running month SEP 2026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0566E"/>
                </a:solidFill>
              </a:rPr>
              <a:t>Filters / search: PU Type: Staff | Search: salary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0566E"/>
                </a:solidFill>
              </a:rPr>
              <a:t>Sort order: Effective Budget descending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0566E"/>
                </a:solidFill>
              </a:rPr>
              <a:t>Generated: 23 Sept 2026, 10:00 pm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5166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</a:rPr>
              <a:t>Generated from the visible portal view, including its current columns, row order, search results and table highlights.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summary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Portal current view summary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65D"/>
                </a:solidFill>
              </a:rPr>
              <a:t>Visible cards / review notes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618488"/>
            <a:ext cx="10972800" cy="4389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</a:rPr>
              <a:t>• Amounts are in Rs thousands. Actual postings may include adjustments.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Monthly actual expenditure (Rs thousands)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Department Expenditure Review | 23 Sept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325880"/>
          <a:ext cx="1106424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3-6 (rows 1-8)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48744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28429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2580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2363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2405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1573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9805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636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641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658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3644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124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319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3-6 (rows 9-16)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1727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173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211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178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568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2488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3-6 (rows 17-24)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6020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3-6 (rows 25-30)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7-10 (rows 1-8)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3849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3946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2308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2367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623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7-10 (rows 9-16)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198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247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7-10 (rows 17-24)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7-10 (rows 25-30)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11-14 (rows 1-8)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11-14 (rows 9-16)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11-14 (rows 17-24)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11-14 (rows 25-30)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15-15 (rows 1-10)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15-15 (rows 11-20)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Editable table appendix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PU expenditure detail - columns 15-15 (rows 21-30)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1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926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</a:rPr>
              <a:t>Department Expenditure Review - review notes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6809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40566E"/>
                </a:solidFill>
              </a:rPr>
              <a:t>Department Expenditure Review | 23 Sept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6492240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080"/>
                </a:solidFill>
              </a:rPr>
              <a:t>Ordinary Working Expenses (OWE) PORTAL - Moradabad Division  |  For Official Use Only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65D"/>
                </a:solidFill>
              </a:rPr>
              <a:t>Detailed review notes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618488"/>
            <a:ext cx="10972800" cy="4389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</a:rPr>
              <a:t>• Amounts are in Rs thousands. Actual postings may include adjustments.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Department Expenditure Review | 23 Sept 2026</dc:subject>
  <dc:creator>Ordinary Working Expenses (OWE) PORTAL - Moradabad Division</dc:creator>
  <cp:lastModifiedBy>Ordinary Working Expenses (OWE) PORTAL - Moradabad Division</cp:lastModifiedBy>
  <cp:revision>1</cp:revision>
  <dcterms:created xsi:type="dcterms:W3CDTF">2026-09-29T08:24:54Z</dcterms:created>
  <dcterms:modified xsi:type="dcterms:W3CDTF">2026-09-29T08:24:54Z</dcterms:modified>
</cp:coreProperties>
</file>