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349244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Ordinary Working Expenses Review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Current View Export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749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Reporting basis: Completed through AUG 2026; running month SEP 2026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Filters / search: PU Type: Staff | Search: salary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Sort order: Effective Budget descending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Generated: 23 Sept 2026, 10:00 pm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66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Generated from the visible portal view, including its current columns, row order, search results and table highlights.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summary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Portal current view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Visible cards /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110642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1-8)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9-16)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17-24)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1-8)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9-16)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17-24)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1-8)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9-16)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17-24)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1-10)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11-20)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21-30)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review notes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Detailed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Department Expenditure Review | 23 Sept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2026-09-25T10:41:06Z</dcterms:created>
  <dcterms:modified xsi:type="dcterms:W3CDTF">2026-09-25T10:41:06Z</dcterms:modified>
</cp:coreProperties>
</file>