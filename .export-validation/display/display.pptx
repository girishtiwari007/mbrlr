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7365D"/>
            </a:solidFill>
            <a:ln w="25400" cap="flat">
              <a:solidFill>
                <a:srgbClr val="1736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7365D"/>
              </a:solidFill>
              <a:ln w="9525" cap="flat">
                <a:solidFill>
                  <a:srgbClr val="1736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3159796</c:v>
                </c:pt>
                <c:pt idx="1">
                  <c:v>3751722</c:v>
                </c:pt>
                <c:pt idx="2">
                  <c:v>3408816</c:v>
                </c:pt>
                <c:pt idx="3">
                  <c:v>3959684</c:v>
                </c:pt>
                <c:pt idx="4">
                  <c:v>2940571</c:v>
                </c:pt>
                <c:pt idx="5">
                  <c:v>335510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Ordinary Working Expenses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789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Department Expenditure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52120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First 30 source detail records for layout testing. Rs thousands.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 - Monthly actual expenditure (Rs thousands)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463040"/>
          <a:ext cx="110642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1-6)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48744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28429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2580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9805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7-12)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211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13-18)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2488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19-24)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25-30)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1-6)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3849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623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7-12)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13-18)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19-24)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25-30)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1-6)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7-12)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13-18)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19-24)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25-30)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1-6)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7-12)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13-18)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19-24)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25-30)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 -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Amounts are in Rs thousands. Actual postings may include adjustments.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Completed through AUG 2026; running SEP 2026</dc:subject>
  <dc:creator>Ordinary Working Expenses (OWE) PORTAL - Moradabad Division</dc:creator>
  <cp:lastModifiedBy>Ordinary Working Expenses (OWE) PORTAL - Moradabad Division</cp:lastModifiedBy>
  <cp:revision>1</cp:revision>
  <dcterms:created xsi:type="dcterms:W3CDTF">2026-09-23T09:05:06Z</dcterms:created>
  <dcterms:modified xsi:type="dcterms:W3CDTF">2026-09-23T09:05:06Z</dcterms:modified>
</cp:coreProperties>
</file>