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7365D"/>
            </a:solidFill>
            <a:ln w="25400" cap="flat">
              <a:solidFill>
                <a:srgbClr val="17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365D"/>
              </a:solidFill>
              <a:ln w="9525" cap="flat">
                <a:solidFill>
                  <a:srgbClr val="17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3159796</c:v>
                </c:pt>
                <c:pt idx="1">
                  <c:v>3751722</c:v>
                </c:pt>
                <c:pt idx="2">
                  <c:v>3408816</c:v>
                </c:pt>
                <c:pt idx="3">
                  <c:v>3959684</c:v>
                </c:pt>
                <c:pt idx="4">
                  <c:v>2940571</c:v>
                </c:pt>
                <c:pt idx="5">
                  <c:v>335510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Ordinary Working Expenses Review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Current View Export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</a:rPr>
              <a:t>Department Expenditure Review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4160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First 30 source detail records for layout testing. Rs thousands.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Generated from the visible portal view: filters, sort order, selected rows, table highlights and available chart data.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summary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Portal current view summary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65D"/>
                </a:solidFill>
              </a:rPr>
              <a:t>Visible cards / review notes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18488"/>
            <a:ext cx="10972800" cy="4389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• Amounts are in Rs thousands. Actual postings may include adjustments.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Monthly actual expenditure (Rs thousands)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Completed through AUG 2026; running SEP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325880"/>
          <a:ext cx="110642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1-8)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48744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28429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2580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9-16)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17-24)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25-30)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1-8)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9-16)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17-24)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25-30)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1-8)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9-16)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17-24)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25-30)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1-10)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11-20)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21-30)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review notes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Completed through AUG 2026; running SEP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65D"/>
                </a:solidFill>
              </a:rPr>
              <a:t>Detailed review notes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18488"/>
            <a:ext cx="10972800" cy="4389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• Amounts are in Rs thousands. Actual postings may include adjustments.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Completed through AUG 2026; running SEP 2026</dc:subject>
  <dc:creator>Ordinary Working Expenses (OWE) PORTAL - Moradabad Division</dc:creator>
  <cp:lastModifiedBy>Ordinary Working Expenses (OWE) PORTAL - Moradabad Division</cp:lastModifiedBy>
  <cp:revision>1</cp:revision>
  <dcterms:created xsi:type="dcterms:W3CDTF">2026-09-23T12:33:22Z</dcterms:created>
  <dcterms:modified xsi:type="dcterms:W3CDTF">2026-09-23T12:33:22Z</dcterms:modified>
</cp:coreProperties>
</file>