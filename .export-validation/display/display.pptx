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17365D"/>
            </a:solidFill>
            <a:ln w="25400" cap="flat">
              <a:solidFill>
                <a:srgbClr val="17365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7365D"/>
              </a:solidFill>
              <a:ln w="9525" cap="flat">
                <a:solidFill>
                  <a:srgbClr val="17365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AUG</c:v>
                  </c:pt>
                  <c:pt idx="5">
                    <c:v>SEP</c:v>
                  </c:pt>
                  <c:pt idx="6">
                    <c:v>OCT</c:v>
                  </c:pt>
                  <c:pt idx="7">
                    <c:v>NOV</c:v>
                  </c:pt>
                  <c:pt idx="8">
                    <c:v>DEC</c:v>
                  </c:pt>
                  <c:pt idx="9">
                    <c:v>JAN</c:v>
                  </c:pt>
                  <c:pt idx="10">
                    <c:v>FEB</c:v>
                  </c:pt>
                  <c:pt idx="11">
                    <c:v>MAR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3159796</c:v>
                </c:pt>
                <c:pt idx="1">
                  <c:v>3751722</c:v>
                </c:pt>
                <c:pt idx="2">
                  <c:v>3408816</c:v>
                </c:pt>
                <c:pt idx="3">
                  <c:v>3959684</c:v>
                </c:pt>
                <c:pt idx="4">
                  <c:v>2940571</c:v>
                </c:pt>
                <c:pt idx="5">
                  <c:v>252751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Ordinary Working Expenses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0789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Department Expenditure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52120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First 30 source detail records for layout testing. Rs thousands.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 - Monthly actual expenditure (Rs thousands)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463040"/>
          <a:ext cx="110642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3-6 (rows 1-6)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48744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28429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2580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2363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2405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1573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9805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636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641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658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3644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3-6 (rows 7-12)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124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1727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173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211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178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568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3-6 (rows 13-18)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2488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3-6 (rows 19-24)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3-6 (rows 25-30)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7-10 (rows 1-6)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3849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3946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2308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2367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623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7-10 (rows 7-12)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198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7-10 (rows 13-18)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7-10 (rows 19-24)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7-10 (rows 25-30)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11-14 (rows 1-6)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11-14 (rows 7-12)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11-14 (rows 13-18)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11-14 (rows 19-24)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11-14 (rows 25-30)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15-15 (rows 1-6)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15-15 (rows 7-12)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15-15 (rows 13-18)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15-15 (rows 19-24)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15-15 (rows 25-30)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 -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Amounts are in Rs thousands. Actual postings may include adjustments.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Completed through AUG 2026; running SEP 2026</dc:subject>
  <dc:creator>Ordinary Working Expenses (OWE) PORTAL - Moradabad Division</dc:creator>
  <cp:lastModifiedBy>Ordinary Working Expenses (OWE) PORTAL - Moradabad Division</cp:lastModifiedBy>
  <cp:revision>1</cp:revision>
  <dcterms:created xsi:type="dcterms:W3CDTF">2026-09-22T06:00:20Z</dcterms:created>
  <dcterms:modified xsi:type="dcterms:W3CDTF">2026-09-22T06:00:20Z</dcterms:modified>
</cp:coreProperties>
</file>